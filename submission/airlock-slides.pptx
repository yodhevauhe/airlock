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548640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VULTR: AGENT RUSH HACKATHON  ·  CHALLENGE 1 — BLAST RADIUS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85855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7600" b="1">
                <a:solidFill>
                  <a:srgbClr val="E6EDF3"/>
                </a:solidFill>
                <a:latin typeface="Segoe UI"/>
              </a:rPr>
              <a:t>air</a:t>
            </a:r>
            <a:r>
              <a:rPr sz="7600" b="1">
                <a:solidFill>
                  <a:srgbClr val="58A6FF"/>
                </a:solidFill>
                <a:latin typeface="Segoe UI"/>
              </a:rPr>
              <a:t>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606040"/>
            <a:ext cx="7498079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0">
                <a:solidFill>
                  <a:srgbClr val="8B949E"/>
                </a:solidFill>
                <a:latin typeface="Segoe UI"/>
              </a:rPr>
              <a:t>Give your AI agent real work.
Keep your blast radius at zero.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397763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397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Consolas"/>
              </a:rPr>
              <a:t>plan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57400" y="3977639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397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Consolas"/>
              </a:rPr>
              <a:t>dispatch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3977639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58A6FF"/>
          </a:solidFill>
          <a:ln w="1397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Consolas"/>
              </a:rPr>
              <a:t>verify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49240" y="3977639"/>
            <a:ext cx="1463040" cy="292608"/>
          </a:xfrm>
          <a:prstGeom prst="roundRect">
            <a:avLst>
              <a:gd name="adj" fmla="val 50000"/>
            </a:avLst>
          </a:prstGeom>
          <a:solidFill>
            <a:srgbClr val="3FB950"/>
          </a:solidFill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0D1117"/>
                </a:solidFill>
                <a:latin typeface="Consolas"/>
              </a:rPr>
              <a:t>destroy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4709160"/>
            <a:ext cx="6949440" cy="160020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9224" y="4837176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50392" y="4837176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51560" y="4837176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25880" y="4800600"/>
            <a:ext cx="5943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sandbox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120640"/>
            <a:ext cx="649224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E6EDF3"/>
                </a:solidFill>
                <a:latin typeface="Consolas"/>
              </a:rPr>
              <a:t>$ rm -rf /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3FB950"/>
                </a:solidFill>
                <a:latin typeface="Consolas"/>
              </a:rPr>
              <a:t>sandbox destroyed — host untouched        CONTAINED</a:t>
            </a:r>
          </a:p>
          <a:p>
            <a:pPr algn="l">
              <a:spcAft>
                <a:spcPts val="400"/>
              </a:spcAft>
            </a:pPr>
            <a:r>
              <a:rPr sz="1250" b="0">
                <a:solidFill>
                  <a:srgbClr val="8B949E"/>
                </a:solidFill>
                <a:latin typeface="Consolas"/>
              </a:rPr>
              <a:t>$ receipt sealed: 27 events · sha256 chain intact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4709160"/>
            <a:ext cx="38249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8A6FF"/>
                </a:solidFill>
                <a:latin typeface="Consolas"/>
              </a:rPr>
              <a:t>github.com/YodHeVauHe/airlock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7681"/>
                </a:solidFill>
                <a:latin typeface="Segoe UI"/>
              </a:rPr>
              <a:t>FastAPI · Docker · Vultr VM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7681"/>
                </a:solidFill>
                <a:latin typeface="Segoe UI"/>
              </a:rPr>
              <a:t>Vultr Serverless Inference</a:t>
            </a:r>
          </a:p>
          <a:p>
            <a:pPr algn="l">
              <a:spcAft>
                <a:spcPts val="600"/>
              </a:spcAft>
            </a:pPr>
            <a:r>
              <a:rPr sz="1250" b="0">
                <a:solidFill>
                  <a:srgbClr val="6E7681"/>
                </a:solidFill>
                <a:latin typeface="Segoe UI"/>
              </a:rPr>
              <a:t>18 tests · CI green · MIT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One hallucination away from your machine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12080" cy="283464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9224" y="1956816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1956816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51560" y="1956816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1920240"/>
            <a:ext cx="4206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someone-else-laptop ~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240280"/>
            <a:ext cx="475488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# a typical agent host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onsolas"/>
              </a:rPr>
              <a:t>$ export AIRLOCK_INFERENCE_API_KEY=vlt-…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onsolas"/>
              </a:rPr>
              <a:t>$ python agent.py "clean up temp files"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E6EDF3"/>
                </a:solidFill>
                <a:latin typeface="Consolas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85149"/>
                </a:solidFill>
                <a:latin typeface="Consolas"/>
              </a:rPr>
              <a:t>rm -rf /          # model wrote this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85149"/>
                </a:solidFill>
                <a:latin typeface="Consolas"/>
              </a:rPr>
              <a:t>FATAL: host filesystem erased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82880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Your secrets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API keys sit in the same env the model can read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2587752"/>
            <a:ext cx="548640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2788920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Your network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nothing stops a call home, or a prompt-injection fetch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3547872"/>
            <a:ext cx="548640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3749039"/>
            <a:ext cx="5486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E6EDF3"/>
                </a:solidFill>
                <a:latin typeface="Segoe UI"/>
              </a:rPr>
              <a:t>Your data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8B949E"/>
                </a:solidFill>
                <a:latin typeface="Segoe UI"/>
              </a:rPr>
              <a:t>one wrong path deletes production files, not test data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4507992"/>
            <a:ext cx="548640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72200" y="4800599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>
                <a:solidFill>
                  <a:srgbClr val="E6EDF3"/>
                </a:solidFill>
                <a:latin typeface="Segoe UI"/>
              </a:rPr>
              <a:t>An agent that only chats is a demo.</a:t>
            </a:r>
          </a:p>
          <a:p>
            <a:pPr algn="l">
              <a:spcAft>
                <a:spcPts val="400"/>
              </a:spcAft>
            </a:pPr>
            <a:r>
              <a:rPr sz="1700" b="1">
                <a:solidFill>
                  <a:srgbClr val="58A6FF"/>
                </a:solidFill>
                <a:latin typeface="Segoe UI"/>
              </a:rPr>
              <a:t>An agent that executes safely is a product.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Airlock: real agent work, executed inside a disposable cell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07899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0">
                <a:solidFill>
                  <a:srgbClr val="8B949E"/>
                </a:solidFill>
                <a:latin typeface="Segoe UI"/>
              </a:rPr>
              <a:t>A production-style web app on a Vultr VM. You hand the agent real work; Airlock plans it with Vultr Serverless Inference, executes generated code in a per-task sandbox, streams every action live — and destroys the sandbox afterwards.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5146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Segoe UI"/>
              </a:rPr>
              <a:t>Data analyst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272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Segoe UI"/>
              </a:rPr>
              <a:t>upload a CSV, get computed answers, summary tables and rendered charts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78807" y="25146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07407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Segoe UI"/>
              </a:rPr>
              <a:t>File fixer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07407" y="31272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Segoe UI"/>
              </a:rPr>
              <a:t>upload a broken file, get a repaired version and a report of what changed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54696" y="2514600"/>
            <a:ext cx="3520440" cy="160020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83296" y="2697480"/>
            <a:ext cx="3063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58A6FF"/>
                </a:solidFill>
                <a:latin typeface="Segoe UI"/>
              </a:rPr>
              <a:t>Chart anything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83296" y="3127248"/>
            <a:ext cx="306324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8B949E"/>
                </a:solidFill>
                <a:latin typeface="Segoe UI"/>
              </a:rPr>
              <a:t>describe the visual, get a real rendered artifact from executed 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26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E6EDF3"/>
                </a:solidFill>
                <a:latin typeface="Segoe UI"/>
              </a:rPr>
              <a:t>Every action is </a:t>
            </a:r>
            <a:r>
              <a:rPr sz="1800" b="1">
                <a:solidFill>
                  <a:srgbClr val="3FB950"/>
                </a:solidFill>
                <a:latin typeface="Segoe UI"/>
              </a:rPr>
              <a:t>streamed live, risk-scored, and sealed into a tamper-evident receipt.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120640"/>
            <a:ext cx="11185855" cy="123444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5248655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5248655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248655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212079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task timeline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532120"/>
            <a:ext cx="10728655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task 7f54db  ·  policy verdict: clean  ·  sandbox net:none mem:512MB pids:128  ·  exit 0  ·  artifacts: summary.csv chart.svg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3FB950"/>
                </a:solidFill>
                <a:latin typeface="Consolas"/>
              </a:rPr>
              <a:t>receipt: sha256 a3f9…c41e ← 9d02…77b1 ← 5c88…09d3 …  VERIFIED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One control plane, disposable cells, verifiable receipts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103120" cy="914400"/>
          </a:xfrm>
          <a:prstGeom prst="roundRect">
            <a:avLst>
              <a:gd name="adj" fmla="val 10000"/>
            </a:avLst>
          </a:prstGeom>
          <a:solidFill>
            <a:srgbClr val="161C28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121408"/>
            <a:ext cx="2103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E6EDF3"/>
                </a:solidFill>
                <a:latin typeface="Segoe UI"/>
              </a:rPr>
              <a:t>Browser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0" y="1600200"/>
            <a:ext cx="3291840" cy="2651760"/>
          </a:xfrm>
          <a:prstGeom prst="roundRect">
            <a:avLst>
              <a:gd name="adj" fmla="val 5000"/>
            </a:avLst>
          </a:prstGeom>
          <a:solidFill>
            <a:srgbClr val="161C28"/>
          </a:solidFill>
          <a:ln w="1778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0" y="1737360"/>
            <a:ext cx="2926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Control plane — Vultr VM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2148840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Planner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Segoe UI"/>
              </a:rPr>
              <a:t>plan → code → fix → explain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0" y="2660904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Policy engine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Segoe UI"/>
              </a:rPr>
              <a:t>pre-exec scan + risk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86200" y="3172968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Orchestrator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Segoe UI"/>
              </a:rPr>
              <a:t>lifecycle: create → run → destroy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86200" y="3685032"/>
            <a:ext cx="2926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100"/>
              </a:spcAft>
            </a:pPr>
            <a:r>
              <a:rPr sz="1350" b="1">
                <a:solidFill>
                  <a:srgbClr val="E6EDF3"/>
                </a:solidFill>
                <a:latin typeface="Segoe UI"/>
              </a:rPr>
              <a:t>Receipts</a:t>
            </a:r>
          </a:p>
          <a:p>
            <a:pPr algn="l">
              <a:spcAft>
                <a:spcPts val="100"/>
              </a:spcAft>
            </a:pPr>
            <a:r>
              <a:rPr sz="1100" b="0">
                <a:solidFill>
                  <a:srgbClr val="8B949E"/>
                </a:solidFill>
                <a:latin typeface="Segoe UI"/>
              </a:rPr>
              <a:t>sha256 hash chain + seal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03920" y="1600200"/>
            <a:ext cx="3154680" cy="1051560"/>
          </a:xfrm>
          <a:prstGeom prst="roundRect">
            <a:avLst>
              <a:gd name="adj" fmla="val 8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1783080"/>
            <a:ext cx="2834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E6EDF3"/>
                </a:solidFill>
                <a:latin typeface="Segoe UI"/>
              </a:rPr>
              <a:t>Vultr Serverless Inference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8B949E"/>
                </a:solidFill>
                <a:latin typeface="Consolas"/>
              </a:rPr>
              <a:t>https://api.vultrinference.com/v1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03920" y="3200400"/>
            <a:ext cx="3154680" cy="1691640"/>
          </a:xfrm>
          <a:prstGeom prst="roundRect">
            <a:avLst>
              <a:gd name="adj" fmla="val 6000"/>
            </a:avLst>
          </a:prstGeom>
          <a:solidFill>
            <a:srgbClr val="161C28"/>
          </a:solidFill>
          <a:ln w="1778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0" y="3310128"/>
            <a:ext cx="28346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3FB950"/>
                </a:solidFill>
                <a:latin typeface="Segoe UI"/>
              </a:rPr>
              <a:t>Sandbox — one per task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3703320"/>
            <a:ext cx="28346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docker</a:t>
            </a:r>
            <a:r>
              <a:rPr sz="1150" b="0">
                <a:solidFill>
                  <a:srgbClr val="8B949E"/>
                </a:solidFill>
                <a:latin typeface="Segoe UI"/>
              </a:rPr>
              <a:t>  net:none · caps:0 · ro-rootfs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local</a:t>
            </a:r>
            <a:r>
              <a:rPr sz="1150" b="0">
                <a:solidFill>
                  <a:srgbClr val="8B949E"/>
                </a:solidFill>
                <a:latin typeface="Segoe UI"/>
              </a:rPr>
              <a:t>  dev driver (labeled)</a:t>
            </a:r>
          </a:p>
          <a:p>
            <a:pPr algn="l">
              <a:spcAft>
                <a:spcPts val="500"/>
              </a:spcAft>
            </a:pPr>
            <a:r>
              <a:rPr sz="1200" b="1">
                <a:solidFill>
                  <a:srgbClr val="E6EDF3"/>
                </a:solidFill>
                <a:latin typeface="Consolas"/>
              </a:rPr>
              <a:t>vultr</a:t>
            </a:r>
            <a:r>
              <a:rPr sz="1150" b="0">
                <a:solidFill>
                  <a:srgbClr val="8B949E"/>
                </a:solidFill>
                <a:latin typeface="Segoe UI"/>
              </a:rPr>
              <a:t>  throwaway VM per task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06039" y="2377440"/>
            <a:ext cx="1033273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949440" y="2103120"/>
            <a:ext cx="1536192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949440" y="4023360"/>
            <a:ext cx="1536192" cy="0"/>
          </a:xfrm>
          <a:prstGeom prst="line">
            <a:avLst/>
          </a:prstGeom>
          <a:ln w="20320">
            <a:solidFill>
              <a:srgbClr val="3FB950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2633472" y="2084831"/>
            <a:ext cx="96012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E7681"/>
                </a:solidFill>
                <a:latin typeface="Consolas"/>
              </a:rPr>
              <a:t>HTTP/SSE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86600" y="184708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E7681"/>
                </a:solidFill>
                <a:latin typeface="Consolas"/>
              </a:rPr>
              <a:t>HTTPS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86600" y="3767328"/>
            <a:ext cx="13716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950" b="0">
                <a:solidFill>
                  <a:srgbClr val="6E7681"/>
                </a:solidFill>
                <a:latin typeface="Consolas"/>
              </a:rPr>
              <a:t>create/kill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5074920"/>
            <a:ext cx="11185855" cy="12801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9224" y="5202936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50392" y="5202936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51560" y="5202936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5166359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happy path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486400"/>
            <a:ext cx="10728655" cy="7315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user goal -&gt; plan (Vultr Inference) -&gt; generated code -&gt; policy gate -&gt; fresh sandbox -&gt; real output -&gt; receipt sealed -&gt; sandbox destroyed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CONTAINMENT-FIRST, ENFORCED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Four invariants the product never bends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728216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Consolas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Segoe UI"/>
              </a:rPr>
              <a:t>Process isolation   </a:t>
            </a:r>
            <a:r>
              <a:rPr sz="1450" b="0">
                <a:solidFill>
                  <a:srgbClr val="8B949E"/>
                </a:solidFill>
                <a:latin typeface="Segoe UI"/>
              </a:rPr>
              <a:t>agent code never runs in the control plane — only inside a disposable boundary, as an unprivileged user with zero capabilities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2496312"/>
            <a:ext cx="1033272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761488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Consola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816352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Segoe UI"/>
              </a:rPr>
              <a:t>Secret hygiene   </a:t>
            </a:r>
            <a:r>
              <a:rPr sz="1450" b="0">
                <a:solidFill>
                  <a:srgbClr val="8B949E"/>
                </a:solidFill>
                <a:latin typeface="Segoe UI"/>
              </a:rPr>
              <a:t>sandbox environments are built from scratch — API keys never enter a cell, and policy blocks env probes before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529584"/>
            <a:ext cx="1033272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94760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Consolas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849624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Segoe UI"/>
              </a:rPr>
              <a:t>Resource limits   </a:t>
            </a:r>
            <a:r>
              <a:rPr sz="1450" b="0">
                <a:solidFill>
                  <a:srgbClr val="8B949E"/>
                </a:solidFill>
                <a:latin typeface="Segoe UI"/>
              </a:rPr>
              <a:t>wall-clock kill, memory / CPU / PID ceilings, output caps — enforced by the driver, never by the model's good behavior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280160" y="4562856"/>
            <a:ext cx="10332720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828032"/>
            <a:ext cx="6858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58A6FF"/>
                </a:solidFill>
                <a:latin typeface="Consolas"/>
              </a:rPr>
              <a:t>04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4882896"/>
            <a:ext cx="103327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E6EDF3"/>
                </a:solidFill>
                <a:latin typeface="Segoe UI"/>
              </a:rPr>
              <a:t>Lifecycle discipline   </a:t>
            </a:r>
            <a:r>
              <a:rPr sz="1450" b="0">
                <a:solidFill>
                  <a:srgbClr val="8B949E"/>
                </a:solidFill>
                <a:latin typeface="Segoe UI"/>
              </a:rPr>
              <a:t>every sandbox is destroyed after its task, on every path — timeout, crash, success — and the destroy is a logged event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5806440"/>
            <a:ext cx="11185855" cy="658368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49224" y="5934455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50392" y="5934455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51560" y="5934455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325880" y="5897879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sandbox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217920"/>
            <a:ext cx="10728655" cy="1097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>
                <a:solidFill>
                  <a:srgbClr val="8B949E"/>
                </a:solidFill>
                <a:latin typeface="Consolas"/>
              </a:rPr>
              <a:t>challenge asks for all four invariants — Airlock enforces them and proves them on demand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THE CONTAINMENT MOMENT — BUILT INTO THE PRODUCT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The Torture Chamber: don't take containment on faith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One click detonates real attacks inside the sandbox — streamed and receipted like any task. A host fingerprint hash is taken before and after every run.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86000"/>
            <a:ext cx="2697480" cy="19659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4505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85149"/>
                </a:solidFill>
                <a:latin typeface="Consolas"/>
              </a:rPr>
              <a:t>rm -rf 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  <a:latin typeface="Segoe UI"/>
              </a:rPr>
              <a:t>bounces off the read-only rootfs and the unprivileged user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2286000"/>
            <a:ext cx="2697480" cy="19659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24505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85149"/>
                </a:solidFill>
                <a:latin typeface="Consolas"/>
              </a:rPr>
              <a:t>fork bomb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8803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  <a:latin typeface="Segoe UI"/>
              </a:rPr>
              <a:t>the pids ceiling absorbs the fan-out; the run dies at the cap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08776" y="2286000"/>
            <a:ext cx="2697480" cy="19659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91656" y="24505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85149"/>
                </a:solidFill>
                <a:latin typeface="Consolas"/>
              </a:rPr>
              <a:t>exfiltrate env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91656" y="28803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  <a:latin typeface="Segoe UI"/>
              </a:rPr>
              <a:t>the cell env is scratch-built — there is nothing to steal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1704" y="2286000"/>
            <a:ext cx="2697480" cy="19659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44584" y="2450592"/>
            <a:ext cx="2331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50" b="1">
                <a:solidFill>
                  <a:srgbClr val="F85149"/>
                </a:solidFill>
                <a:latin typeface="Consolas"/>
              </a:rPr>
              <a:t>phone home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44584" y="2880360"/>
            <a:ext cx="233172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8B949E"/>
                </a:solidFill>
                <a:latin typeface="Segoe UI"/>
              </a:rPr>
              <a:t>no network namespace — every connect fails fast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572000"/>
            <a:ext cx="11155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400" b="1">
                <a:solidFill>
                  <a:srgbClr val="3FB950"/>
                </a:solidFill>
                <a:latin typeface="Consolas"/>
              </a:rPr>
              <a:t>CONTAINED</a:t>
            </a:r>
            <a:r>
              <a:rPr sz="1700" b="0">
                <a:solidFill>
                  <a:srgbClr val="E6EDF3"/>
                </a:solidFill>
                <a:latin typeface="Segoe UI"/>
              </a:rPr>
              <a:t>  —  host fingerprint unchanged, on every detonation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5349240"/>
            <a:ext cx="11185855" cy="109728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9224" y="5477255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5477255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477255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25880" y="5440679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torture run 7f54db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760720"/>
            <a:ext cx="1072865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host.proof before: f803ec53…  →  rm -rf / attempted  →  sandbox.destroyed  →  host.proof after: f803ec53…  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VERIFIABLE OUTPUT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Every run ends with a receipt anyone can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Events form a per-task SHA-256 hash chain. The sealed receipt — the chain plus a summary — downloads from the UI; one command recomputes it and detects any tampering.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4688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5786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plan.ready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Consolas"/>
              </a:rPr>
              <a:t>25e4…1004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68296" y="2944368"/>
            <a:ext cx="429768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834640" y="24688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25786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code.gen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3464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Consolas"/>
              </a:rPr>
              <a:t>28bf…13d5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62856" y="2944368"/>
            <a:ext cx="429768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5029200" y="24688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0" y="25786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policy 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Consolas"/>
              </a:rPr>
              <a:t>2b9a…17a6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757416" y="2944368"/>
            <a:ext cx="429768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7223760" y="24688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5240">
            <a:solidFill>
              <a:srgbClr val="58A6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25786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exec exit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Consolas"/>
              </a:rPr>
              <a:t>2e75…1b77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951976" y="2944368"/>
            <a:ext cx="429768" cy="0"/>
          </a:xfrm>
          <a:prstGeom prst="line">
            <a:avLst/>
          </a:prstGeom>
          <a:ln w="20320">
            <a:solidFill>
              <a:srgbClr val="58A6F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9418320" y="2468880"/>
            <a:ext cx="1691640" cy="960120"/>
          </a:xfrm>
          <a:prstGeom prst="roundRect">
            <a:avLst>
              <a:gd name="adj" fmla="val 12000"/>
            </a:avLst>
          </a:prstGeom>
          <a:solidFill>
            <a:srgbClr val="11161F"/>
          </a:solidFill>
          <a:ln w="1524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2578608"/>
            <a:ext cx="1691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E6EDF3"/>
                </a:solidFill>
                <a:latin typeface="Consolas"/>
              </a:rPr>
              <a:t>sealed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18320" y="2907792"/>
            <a:ext cx="1691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0">
                <a:solidFill>
                  <a:srgbClr val="8B949E"/>
                </a:solidFill>
                <a:latin typeface="Consolas"/>
              </a:rPr>
              <a:t>3150…1f48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3611880"/>
            <a:ext cx="11155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>
                <a:solidFill>
                  <a:srgbClr val="6E7681"/>
                </a:solidFill>
                <a:latin typeface="Consolas"/>
              </a:rPr>
              <a:t>each block commits to the previous block's hash — remove one, and every later seal breaks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420624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Segoe UI"/>
              </a:rPr>
              <a:t>Real, not vibes   </a:t>
            </a:r>
            <a:r>
              <a:rPr sz="1400" b="0">
                <a:solidFill>
                  <a:srgbClr val="8B949E"/>
                </a:solidFill>
                <a:latin typeface="Segoe UI"/>
              </a:rPr>
              <a:t>the explainer is handed the run's actual stdout and artifacts — charts exist because code wrote them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864607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Segoe UI"/>
              </a:rPr>
              <a:t>Download &amp; verify   </a:t>
            </a:r>
            <a:r>
              <a:rPr sz="1400" b="0">
                <a:solidFill>
                  <a:srgbClr val="8B949E"/>
                </a:solidFill>
                <a:latin typeface="Segoe UI"/>
              </a:rPr>
              <a:t>GET /api/tasks/{id}/receipt — verification is a few lines, no Airlock internals required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5522975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58A6FF"/>
                </a:solidFill>
                <a:latin typeface="Segoe UI"/>
              </a:rPr>
              <a:t>Judge-friendly   </a:t>
            </a:r>
            <a:r>
              <a:rPr sz="1400" b="0">
                <a:solidFill>
                  <a:srgbClr val="8B949E"/>
                </a:solidFill>
                <a:latin typeface="Segoe UI"/>
              </a:rPr>
              <a:t>the demo video's receipt moment doubles as an integrity proof of the run you just watched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BUILT ON VULTR — THE CHALLENGE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Vultr is the system of control, not just a host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6EDF3"/>
                </a:solidFill>
                <a:latin typeface="Segoe UI"/>
              </a:rPr>
              <a:t>Vultr Cloud Compute 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1847088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runs the control plane, the artifact store — and the sandboxes themselves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454335" y="1810512"/>
            <a:ext cx="1234440" cy="292608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required 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487168"/>
            <a:ext cx="11185855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6EDF3"/>
                </a:solidFill>
                <a:latin typeface="Segoe UI"/>
              </a:rPr>
              <a:t>Vultr Serverless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2761488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every planner, fixer and explainer call — OpenAI-compatible endpoint, zero GPUs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454335" y="2724912"/>
            <a:ext cx="1234440" cy="292608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required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401568"/>
            <a:ext cx="11185855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6576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6EDF3"/>
                </a:solidFill>
                <a:latin typeface="Segoe UI"/>
              </a:rPr>
              <a:t>Vultr API — throwaway instances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675887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experimental driver: a whole disposable VM per task, created by cloud-init, destroyed in a finally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454335" y="3639312"/>
            <a:ext cx="1234440" cy="292608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stretch 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15968"/>
            <a:ext cx="11185855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572000"/>
            <a:ext cx="4023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50" b="1">
                <a:solidFill>
                  <a:srgbClr val="E6EDF3"/>
                </a:solidFill>
                <a:latin typeface="Segoe UI"/>
              </a:rPr>
              <a:t>Vultr credits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4590288"/>
            <a:ext cx="5577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8B949E"/>
                </a:solidFill>
                <a:latin typeface="Segoe UI"/>
              </a:rPr>
              <a:t>the entire demo runs inside the event's $200 credit budget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454335" y="4553712"/>
            <a:ext cx="1234440" cy="292608"/>
          </a:xfrm>
          <a:prstGeom prst="roundRect">
            <a:avLst>
              <a:gd name="adj" fmla="val 50000"/>
            </a:avLst>
          </a:prstGeom>
          <a:noFill/>
          <a:ln w="13970">
            <a:solidFill>
              <a:srgbClr val="3FB95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100" b="1">
                <a:solidFill>
                  <a:srgbClr val="3FB950"/>
                </a:solidFill>
                <a:latin typeface="Consolas"/>
              </a:rPr>
              <a:t>efficient ✓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230368"/>
            <a:ext cx="11185855" cy="12700"/>
          </a:xfrm>
          <a:prstGeom prst="rect">
            <a:avLst/>
          </a:prstGeom>
          <a:solidFill>
            <a:srgbClr val="1F27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502920" y="5623560"/>
            <a:ext cx="11185855" cy="82296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9224" y="5751576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50392" y="5751576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51560" y="5751576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325880" y="5715000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sandbox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035040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8B949E"/>
                </a:solidFill>
                <a:latin typeface="Consolas"/>
              </a:rPr>
              <a:t>deploy: bash deploy/setup-vm.sh  →  Docker installed, sandbox image built, control plane live on port 80  (~5 min)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BUSINESS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The trust layer between LLM agents and 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8B949E"/>
                </a:solidFill>
                <a:latin typeface="Segoe UI"/>
              </a:rPr>
              <a:t>Enterprises want agentic automation on real data and real workflows. What they cannot accept is an untrusted model holding the keys. Airlock sells exactly that missing piece.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5146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58A6FF"/>
                </a:solidFill>
                <a:latin typeface="Consolas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4015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sandbox drivers, one boundary contract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39" y="25146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58A6FF"/>
                </a:solidFill>
                <a:latin typeface="Consolas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39" y="34015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tests incl. containment + receipt tamper-evidence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80759" y="25146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58A6FF"/>
                </a:solidFill>
                <a:latin typeface="Consolas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59" y="34015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torture detonations, all absorbed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0" y="2514600"/>
            <a:ext cx="26517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5600" b="1">
                <a:solidFill>
                  <a:srgbClr val="58A6FF"/>
                </a:solidFill>
                <a:latin typeface="Consolas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0" y="3401568"/>
            <a:ext cx="265176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0">
                <a:solidFill>
                  <a:srgbClr val="8B949E"/>
                </a:solidFill>
                <a:latin typeface="Segoe UI"/>
              </a:rPr>
              <a:t>community-standards score on the repo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4340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Data &amp; analytics teams   </a:t>
            </a:r>
            <a:r>
              <a:rPr sz="1350" b="0">
                <a:solidFill>
                  <a:srgbClr val="8B949E"/>
                </a:solidFill>
                <a:latin typeface="Segoe UI"/>
              </a:rPr>
              <a:t>let an agent crunch sensitive exports without giving it your laptop, your S3 keys, or your network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965192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Platform / DevOps   </a:t>
            </a:r>
            <a:r>
              <a:rPr sz="1350" b="0">
                <a:solidFill>
                  <a:srgbClr val="8B949E"/>
                </a:solidFill>
                <a:latin typeface="Segoe UI"/>
              </a:rPr>
              <a:t>a reviewed, auditable pattern for untrusted code execution — receipts slot into existing compliance flows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586983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Support &amp; ops automation   </a:t>
            </a:r>
            <a:r>
              <a:rPr sz="1350" b="0">
                <a:solidFill>
                  <a:srgbClr val="8B949E"/>
                </a:solidFill>
                <a:latin typeface="Segoe UI"/>
              </a:rPr>
              <a:t>agents that act, not just chat — with a hard ceiling on what a bad day can destroy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58A6FF"/>
                </a:solidFill>
                <a:latin typeface="Segoe UI"/>
              </a:rPr>
              <a:t>ROADMAP &amp; 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86384"/>
            <a:ext cx="11185855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200" b="1">
                <a:solidFill>
                  <a:srgbClr val="E6EDF3"/>
                </a:solidFill>
                <a:latin typeface="Segoe UI"/>
              </a:rPr>
              <a:t>From hackathon build to production default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0116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Pattern B — browser lane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B949E"/>
                </a:solidFill>
                <a:latin typeface="Segoe UI"/>
              </a:rPr>
              <a:t>Playwright inside the same cell contract; screenshots verified by a vision pass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55848" y="182880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20116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gVisor driver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38728" y="26060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B949E"/>
                </a:solidFill>
                <a:latin typeface="Segoe UI"/>
              </a:rPr>
              <a:t>kernel-level interception for stronger process isolation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82880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91656" y="20116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Egress allowlist proxy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91656" y="26060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B949E"/>
                </a:solidFill>
                <a:latin typeface="Segoe UI"/>
              </a:rPr>
              <a:t>deny-by-default today; allowlisted destinations tomorrow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61704" y="1828800"/>
            <a:ext cx="2697480" cy="1737360"/>
          </a:xfrm>
          <a:prstGeom prst="roundRect">
            <a:avLst>
              <a:gd name="adj" fmla="val 7000"/>
            </a:avLst>
          </a:prstGeom>
          <a:solidFill>
            <a:srgbClr val="161C28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44584" y="2011680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58A6FF"/>
                </a:solidFill>
                <a:latin typeface="Segoe UI"/>
              </a:rPr>
              <a:t>Multi-tenant workspaces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44584" y="2606040"/>
            <a:ext cx="2331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8B949E"/>
                </a:solidFill>
                <a:latin typeface="Segoe UI"/>
              </a:rPr>
              <a:t>teams, quotas and per-run ACLs on the same receipt rails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3977639"/>
            <a:ext cx="11185855" cy="1371600"/>
          </a:xfrm>
          <a:prstGeom prst="roundRect">
            <a:avLst>
              <a:gd name="adj" fmla="val 5000"/>
            </a:avLst>
          </a:prstGeom>
          <a:solidFill>
            <a:srgbClr val="11161F"/>
          </a:solidFill>
          <a:ln w="12700">
            <a:solidFill>
              <a:srgbClr val="1F27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9224" y="4105655"/>
            <a:ext cx="91440" cy="91440"/>
          </a:xfrm>
          <a:prstGeom prst="ellipse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" y="4105655"/>
            <a:ext cx="91440" cy="91440"/>
          </a:xfrm>
          <a:prstGeom prst="ellipse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51560" y="4105655"/>
            <a:ext cx="91440" cy="91440"/>
          </a:xfrm>
          <a:prstGeom prst="ellipse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069079"/>
            <a:ext cx="10180015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E7681"/>
                </a:solidFill>
                <a:latin typeface="Consolas"/>
              </a:rPr>
              <a:t>airlock ~ closing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389120"/>
            <a:ext cx="107286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E6EDF3"/>
                </a:solidFill>
                <a:latin typeface="Consolas"/>
              </a:rPr>
              <a:t>$ airlock — plan → dispatch → verify → destroy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3FB950"/>
                </a:solidFill>
                <a:latin typeface="Consolas"/>
              </a:rPr>
              <a:t>real executed work · zero blast radius · signed proof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8B949E"/>
                </a:solidFill>
                <a:latin typeface="Consolas"/>
              </a:rPr>
              <a:t>github.com/YodHeVauHe/airlock  ·  MIT  ·  built on Vultr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E6EDF3"/>
                </a:solidFill>
                <a:latin typeface="Segoe UI"/>
              </a:rPr>
              <a:t>Thank you — ask us to detonate something live.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73952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E7681"/>
                </a:solidFill>
                <a:latin typeface="Consolas"/>
              </a:rPr>
              <a:t>AIRLOCK  ·  blast-radius-zero agents on Vultr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40135" y="6473952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E7681"/>
                </a:solidFill>
                <a:latin typeface="Consola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